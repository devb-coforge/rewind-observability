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Session Observability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tool for reading, searching, and analyzing coding-agent transcripts.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Codex CLI  |  Local-only  |  Read-only  |  One docker compose up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transcripts in, answers out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4300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leaves a raw JSONL file, hard to read and impossible to compare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answer: what did the agent do, which tools failed, what did it cost?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uses a different format, so there is no single place to look</a:t>
            </a:r>
            <a:endParaRPr lang="en-US" sz="1400" dirty="0"/>
          </a:p>
        </p:txBody>
      </p:sp>
      <p:sp>
        <p:nvSpPr>
          <p:cNvPr id="6" name="Card 1"/>
          <p:cNvSpPr/>
          <p:nvPr/>
        </p:nvSpPr>
        <p:spPr>
          <a:xfrm>
            <a:off x="3931920" y="1143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7" name="Dot 1"/>
          <p:cNvSpPr/>
          <p:nvPr/>
        </p:nvSpPr>
        <p:spPr>
          <a:xfrm>
            <a:off x="4069080" y="1298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6908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1271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session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1673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timeline of messages, tool calls, results, diffs</a:t>
            </a:r>
            <a:endParaRPr lang="en-US" sz="1100" dirty="0"/>
          </a:p>
        </p:txBody>
      </p:sp>
      <p:sp>
        <p:nvSpPr>
          <p:cNvPr id="11" name="Card 2"/>
          <p:cNvSpPr/>
          <p:nvPr/>
        </p:nvSpPr>
        <p:spPr>
          <a:xfrm>
            <a:off x="6537960" y="1143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12" name="Dot 2"/>
          <p:cNvSpPr/>
          <p:nvPr/>
        </p:nvSpPr>
        <p:spPr>
          <a:xfrm>
            <a:off x="6675120" y="1298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1271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past work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673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all sessions</a:t>
            </a:r>
            <a:endParaRPr lang="en-US" sz="1100" dirty="0"/>
          </a:p>
        </p:txBody>
      </p:sp>
      <p:sp>
        <p:nvSpPr>
          <p:cNvPr id="16" name="Card 3"/>
          <p:cNvSpPr/>
          <p:nvPr/>
        </p:nvSpPr>
        <p:spPr>
          <a:xfrm>
            <a:off x="3931920" y="2286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17" name="Dot 3"/>
          <p:cNvSpPr/>
          <p:nvPr/>
        </p:nvSpPr>
        <p:spPr>
          <a:xfrm>
            <a:off x="4069080" y="2441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690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414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 and cost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spend, model mix, over time</a:t>
            </a:r>
            <a:endParaRPr lang="en-US" sz="1100" dirty="0"/>
          </a:p>
        </p:txBody>
      </p:sp>
      <p:sp>
        <p:nvSpPr>
          <p:cNvPr id="21" name="Card 4"/>
          <p:cNvSpPr/>
          <p:nvPr/>
        </p:nvSpPr>
        <p:spPr>
          <a:xfrm>
            <a:off x="6537960" y="2286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22" name="Dot 4"/>
          <p:cNvSpPr/>
          <p:nvPr/>
        </p:nvSpPr>
        <p:spPr>
          <a:xfrm>
            <a:off x="6675120" y="2441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68312" y="2414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 counts and error rates</a:t>
            </a:r>
            <a:endParaRPr lang="en-US" sz="1100" dirty="0"/>
          </a:p>
        </p:txBody>
      </p:sp>
      <p:sp>
        <p:nvSpPr>
          <p:cNvPr id="26" name="Card 5"/>
          <p:cNvSpPr/>
          <p:nvPr/>
        </p:nvSpPr>
        <p:spPr>
          <a:xfrm>
            <a:off x="3931920" y="3429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27" name="Dot 5"/>
          <p:cNvSpPr/>
          <p:nvPr/>
        </p:nvSpPr>
        <p:spPr>
          <a:xfrm>
            <a:off x="4069080" y="3584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690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3557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context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3959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notes; hide noisy projects</a:t>
            </a:r>
            <a:endParaRPr lang="en-US" sz="1100" dirty="0"/>
          </a:p>
        </p:txBody>
      </p:sp>
      <p:sp>
        <p:nvSpPr>
          <p:cNvPr id="31" name="Card 6"/>
          <p:cNvSpPr/>
          <p:nvPr/>
        </p:nvSpPr>
        <p:spPr>
          <a:xfrm>
            <a:off x="6537960" y="3429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EF6F5"/>
          </a:solidFill>
          <a:ln/>
        </p:spPr>
      </p:sp>
      <p:sp>
        <p:nvSpPr>
          <p:cNvPr id="32" name="Dot 6"/>
          <p:cNvSpPr/>
          <p:nvPr/>
        </p:nvSpPr>
        <p:spPr>
          <a:xfrm>
            <a:off x="6675120" y="3584448"/>
            <a:ext cx="292608" cy="292608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7512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68312" y="3557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private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3959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Local-only, read-only, localhost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and ask</a:t>
            </a:r>
            <a:endParaRPr lang="en-US" sz="3200" dirty="0"/>
          </a:p>
        </p:txBody>
      </p:sp>
      <p:sp>
        <p:nvSpPr>
          <p:cNvPr id="3" name="Milestone M0"/>
          <p:cNvSpPr/>
          <p:nvPr/>
        </p:nvSpPr>
        <p:spPr>
          <a:xfrm>
            <a:off x="457200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0F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health check</a:t>
            </a:r>
            <a:endParaRPr lang="en-US" sz="1200" dirty="0"/>
          </a:p>
        </p:txBody>
      </p:sp>
      <p:sp>
        <p:nvSpPr>
          <p:cNvPr id="6" name="Milestone M1"/>
          <p:cNvSpPr/>
          <p:nvPr/>
        </p:nvSpPr>
        <p:spPr>
          <a:xfrm>
            <a:off x="1841602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0F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51330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51330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adapters ingest real transcripts</a:t>
            </a:r>
            <a:endParaRPr lang="en-US" sz="1200" dirty="0"/>
          </a:p>
        </p:txBody>
      </p:sp>
      <p:sp>
        <p:nvSpPr>
          <p:cNvPr id="9" name="Milestone M2"/>
          <p:cNvSpPr/>
          <p:nvPr/>
        </p:nvSpPr>
        <p:spPr>
          <a:xfrm>
            <a:off x="3226003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EE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5731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35731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list, timeline, notes</a:t>
            </a:r>
            <a:endParaRPr lang="en-US" sz="1200" dirty="0"/>
          </a:p>
        </p:txBody>
      </p:sp>
      <p:sp>
        <p:nvSpPr>
          <p:cNvPr id="12" name="Milestone M3"/>
          <p:cNvSpPr/>
          <p:nvPr/>
        </p:nvSpPr>
        <p:spPr>
          <a:xfrm>
            <a:off x="4610405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EE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20133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20133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incremental ingest</a:t>
            </a:r>
            <a:endParaRPr lang="en-US" sz="1200" dirty="0"/>
          </a:p>
        </p:txBody>
      </p:sp>
      <p:sp>
        <p:nvSpPr>
          <p:cNvPr id="15" name="Milestone M4"/>
          <p:cNvSpPr/>
          <p:nvPr/>
        </p:nvSpPr>
        <p:spPr>
          <a:xfrm>
            <a:off x="5994806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EEF6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4534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04534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pricing</a:t>
            </a:r>
            <a:endParaRPr lang="en-US" sz="1200" dirty="0"/>
          </a:p>
        </p:txBody>
      </p:sp>
      <p:sp>
        <p:nvSpPr>
          <p:cNvPr id="18" name="Milestone M5"/>
          <p:cNvSpPr/>
          <p:nvPr/>
        </p:nvSpPr>
        <p:spPr>
          <a:xfrm>
            <a:off x="7379208" y="1143000"/>
            <a:ext cx="1307592" cy="1417320"/>
          </a:xfrm>
          <a:prstGeom prst="roundRect">
            <a:avLst>
              <a:gd name="adj" fmla="val 6993"/>
            </a:avLst>
          </a:prstGeom>
          <a:solidFill>
            <a:srgbClr val="EEF6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88936" y="12344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488936" y="169164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Sources, polish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scope: Claude Code and Codex CLI, viewer, analytics, search, notes. Out: other agents, live tailing, multi-user, redaction.</a:t>
            </a:r>
            <a:endParaRPr lang="en-US" sz="1400" dirty="0"/>
          </a:p>
        </p:txBody>
      </p:sp>
      <p:sp>
        <p:nvSpPr>
          <p:cNvPr id="22" name="Ask card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build v1, starting with M0 and M1, which prove out the hardest part: normalizing both agents’ formats.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Session Observability</dc:title>
  <dc:subject>PptxGenJS Presentation</dc:subject>
  <dc:creator>PptxGenJS</dc:creator>
  <cp:lastModifiedBy>PptxGenJS</cp:lastModifiedBy>
  <cp:revision>1</cp:revision>
  <dcterms:created xsi:type="dcterms:W3CDTF">2026-10-12T15:22:12Z</dcterms:created>
  <dcterms:modified xsi:type="dcterms:W3CDTF">2026-10-12T15:22:12Z</dcterms:modified>
</cp:coreProperties>
</file>